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057" autoAdjust="0"/>
  </p:normalViewPr>
  <p:slideViewPr>
    <p:cSldViewPr snapToGrid="0">
      <p:cViewPr varScale="1">
        <p:scale>
          <a:sx n="59" d="100"/>
          <a:sy n="59" d="100"/>
        </p:scale>
        <p:origin x="1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F590A-AEDC-4A35-AFC6-6E962307D92E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4B005-85E8-4366-B1B3-98E6B157A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62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8FFA-318D-4DEC-E3F8-C923FBB3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861CB-3141-D863-A58E-5DB93BD27B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99783-BFE5-EFD9-B40F-53A935221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B6088-83AB-F237-D094-B8C9D2F04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4B005-85E8-4366-B1B3-98E6B157A3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1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4B005-85E8-4366-B1B3-98E6B157A3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62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4B005-85E8-4366-B1B3-98E6B157A30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61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64B005-85E8-4366-B1B3-98E6B157A3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30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0810-128E-805C-64F3-92FEC1101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FDF27-837B-3FD7-81CF-B9E5E80F7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A3EC8-7B7B-49DF-5CF7-E9417D8BD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AF003-2E2D-DCD5-C81E-B0A34A3E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77E5-75F1-A660-71A6-6E5A19C1A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42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82B1C-218A-E469-29F5-AF8896285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F221-EB55-98C4-3726-7C2AA1FE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E29CE-2E6B-4687-2C74-4F2E2D02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88789-771B-9E2E-D0EC-AEB5FD13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8AE91-D17C-A855-2879-28D38876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9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39792-0599-D48A-768B-4E218029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9E302-B115-5D58-1D5B-8B5270287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99AF9-74AA-7890-3EFF-13E2A86B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BF6A6-188F-1826-CC9C-432263AC3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DEF0E-EEB4-BCA4-FD7B-1AC77601B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3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BE74-BEED-DAB1-5044-F60881900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AB0D4-BF9A-1A53-16FC-DCC357413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3C00C-BE3B-5F1E-934F-C6AFC62B3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40EC8-49D7-F318-C3E1-9257A8C3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CEC6C-DF91-D5B8-841E-BC203AB1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3E4770-066C-42F2-4A70-3B02AE85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7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A8C9-64D2-395B-779C-45D03AD0A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105D-69A9-8515-EEAC-2EA81F5D9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12A59-1D56-0869-AD87-850162A65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E5A166-7F6C-F596-0235-0EC03BBC4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2D194-39F1-27B3-00EF-B4BEA0CEA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F15A89-1AE2-07FF-3A6B-272B4FD1E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1523F-8811-3EF5-2FDE-5182B36C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78C9F-EB37-3D5C-BDCE-2E8446B9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20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CB08B-F535-F6B2-D127-E2F6E61BF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C1706-0739-7E3E-A081-748A7C00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9643B-C926-B4D4-38F5-03B6CF66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B9A1F-2AA1-3C35-F225-05B03A68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25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D3DD4B-ABD2-2D9C-D97C-FE478418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6D6A71-410D-C35B-EB3F-6CEAA2BC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C8260-A6B3-2F0E-3732-20DD79FB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4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469B-2CE1-094E-E4F7-FBE2AF99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11EF4-0083-8E29-E31F-093AF6D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B796A-77D4-A5C4-EC40-686E83EBB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08EC6-1A09-E8CA-8B5D-C94B5304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9ECD2-D41C-43B5-E9BE-B62EE329C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39758-504E-374F-C29E-B2C739E5C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3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7099-E5D6-4C69-161D-DACD924B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CD6F3-3A1E-3C5B-94E1-2B9907DDBD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AC22E-3951-542F-3973-0967A41BF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44D5B-501F-7041-EBE8-D17BC6317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7DD9C-BDE6-B3DA-DDDC-15B3B04D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EC138-BC99-F2E8-D050-2B230AE15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6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7F74-FF75-A32C-270B-DB0DE400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95644-CE56-7566-38E2-F1C3DEEA1A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2E34-4901-27AF-05DC-B32875B97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82E0F-8506-E18E-12EA-148DF6156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02563-0940-1B84-CDB7-7E8B74A8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293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09B7E4-D0F5-CAAA-4C0F-FB36F9EF8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1953C5-204B-D5F1-A53B-DA3946111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60C36-AEC5-24A2-2A44-D4C0F69CD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3DA5B-2C87-A60E-4960-0A8559423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8057C-D5C2-EAE7-B140-5803D2A23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9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6CA1B-84DB-04B3-3C4C-FBA27E386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4D303-3097-D114-BBCD-E981E3192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2D9B-EFDB-4CAA-1433-A0B103FCA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AE9D-E45F-4B4D-83EB-D0C5C5B832EA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8F528-17E1-AF63-C787-90DF3F790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85E82-987F-C20F-2AD1-ABF520A8D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92F39-108B-478C-BAFE-086AEA2D3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99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8599C-61C9-5BA2-23B3-13735398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7AA31FE-64F5-2FB8-20DE-8AAF9FB5C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76427"/>
            <a:ext cx="6689270" cy="3553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0000"/>
                </a:solidFill>
              </a:rPr>
              <a:t>YOLO Implementation</a:t>
            </a:r>
          </a:p>
          <a:p>
            <a:pPr marL="0" indent="0">
              <a:buNone/>
            </a:pPr>
            <a:r>
              <a:rPr lang="en-US" sz="4400" dirty="0"/>
              <a:t>Face Detection Use Case</a:t>
            </a:r>
          </a:p>
          <a:p>
            <a:pPr marL="0" indent="0">
              <a:buNone/>
            </a:pPr>
            <a:r>
              <a:rPr lang="en-US" b="1" dirty="0"/>
              <a:t>By: Bahaa El-din Helmy</a:t>
            </a:r>
          </a:p>
        </p:txBody>
      </p:sp>
      <p:pic>
        <p:nvPicPr>
          <p:cNvPr id="9" name="Content Placeholder 8" descr="A group of people smiling&#10;&#10;AI-generated content may be incorrect.">
            <a:extLst>
              <a:ext uri="{FF2B5EF4-FFF2-40B4-BE49-F238E27FC236}">
                <a16:creationId xmlns:a16="http://schemas.microsoft.com/office/drawing/2014/main" id="{0287C037-851C-BE57-9AD6-D60B17450E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>
            <a:fillRect/>
          </a:stretch>
        </p:blipFill>
        <p:spPr>
          <a:xfrm>
            <a:off x="5962785" y="114300"/>
            <a:ext cx="6226167" cy="67436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837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B4BB-F736-CEEB-CE7F-ED747C3F8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Libraries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D3BDDC-B906-7246-29C5-43C4F0127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857" y="1825624"/>
            <a:ext cx="1139734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68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E289ED-DC1D-FE26-95CE-9F7E5E524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06CB73-AD86-7DF3-5CBA-22A97AB28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957" y="0"/>
            <a:ext cx="12319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16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3329-06C7-DB91-5D9C-DEB5384B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CCFC3-EA69-C4C4-E648-377249C56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10A27-B985-069C-78EE-53C5783C1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9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CD914A0-B8A2-4A6C-9D1A-BF33CD2FA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575" y="3559632"/>
            <a:ext cx="10496550" cy="3019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9F8948-5927-DE11-5973-828109C46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66" y="391895"/>
            <a:ext cx="10306050" cy="3638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2530EC-315E-CCDF-F68B-FB29C8081121}"/>
              </a:ext>
            </a:extLst>
          </p:cNvPr>
          <p:cNvSpPr txBox="1"/>
          <p:nvPr/>
        </p:nvSpPr>
        <p:spPr>
          <a:xfrm>
            <a:off x="3046640" y="48986"/>
            <a:ext cx="6098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Sample Random Images from Train Directory</a:t>
            </a:r>
          </a:p>
        </p:txBody>
      </p:sp>
    </p:spTree>
    <p:extLst>
      <p:ext uri="{BB962C8B-B14F-4D97-AF65-F5344CB8AC3E}">
        <p14:creationId xmlns:p14="http://schemas.microsoft.com/office/powerpoint/2010/main" val="3988580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45193-435B-9B9A-EA00-8FA220CF7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Set Config file and train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2D90B0-13A0-4E46-8135-DFA2660AF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88303"/>
            <a:ext cx="12192000" cy="546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4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9712-4B3F-C11E-CA1E-64846C8A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D800F6-1031-7623-0564-B01155349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1387" y="1825625"/>
            <a:ext cx="89092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7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7509-477D-0E6E-77AA-18F3D4B46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the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4457BE-17A0-964D-9F7E-4A64D8D9A3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9577"/>
            <a:ext cx="10515600" cy="43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98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DAF540-8734-EAD9-3708-F16FDB81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Save the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202196-124C-9BE6-C685-54468C43F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222934"/>
            <a:ext cx="10905066" cy="463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5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B9029-25A0-0541-4CAC-3284122B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 the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79EF4-050F-8C3A-A1FA-00E8CA010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59729" y="0"/>
            <a:ext cx="78322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481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Content Placeholder 6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BFE3FCF4-5B45-2C1D-6328-B8E87B674E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73" b="76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1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 descr="A group of people smiling&#10;&#10;AI-generated content may be incorrect.">
            <a:extLst>
              <a:ext uri="{FF2B5EF4-FFF2-40B4-BE49-F238E27FC236}">
                <a16:creationId xmlns:a16="http://schemas.microsoft.com/office/drawing/2014/main" id="{E5EC21CD-7AA6-C132-5F26-E58B58917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3" b="621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33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1C4E306-BC28-4A7B-871B-1926F6FA6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3ECC9B4-989C-4F71-A6BC-DEBC1D9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52322" cy="6858000"/>
          </a:xfrm>
          <a:custGeom>
            <a:avLst/>
            <a:gdLst>
              <a:gd name="connsiteX0" fmla="*/ 0 w 8452322"/>
              <a:gd name="connsiteY0" fmla="*/ 0 h 6858000"/>
              <a:gd name="connsiteX1" fmla="*/ 7447992 w 8452322"/>
              <a:gd name="connsiteY1" fmla="*/ 0 h 6858000"/>
              <a:gd name="connsiteX2" fmla="*/ 7501089 w 8452322"/>
              <a:gd name="connsiteY2" fmla="*/ 79009 h 6858000"/>
              <a:gd name="connsiteX3" fmla="*/ 8452322 w 8452322"/>
              <a:gd name="connsiteY3" fmla="*/ 3429001 h 6858000"/>
              <a:gd name="connsiteX4" fmla="*/ 7501089 w 8452322"/>
              <a:gd name="connsiteY4" fmla="*/ 6778993 h 6858000"/>
              <a:gd name="connsiteX5" fmla="*/ 7447994 w 8452322"/>
              <a:gd name="connsiteY5" fmla="*/ 6858000 h 6858000"/>
              <a:gd name="connsiteX6" fmla="*/ 0 w 84523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52322" h="6858000">
                <a:moveTo>
                  <a:pt x="0" y="0"/>
                </a:moveTo>
                <a:lnTo>
                  <a:pt x="7447992" y="0"/>
                </a:lnTo>
                <a:lnTo>
                  <a:pt x="7501089" y="79009"/>
                </a:lnTo>
                <a:cubicBezTo>
                  <a:pt x="8098524" y="1013167"/>
                  <a:pt x="8452322" y="2172770"/>
                  <a:pt x="8452322" y="3429001"/>
                </a:cubicBezTo>
                <a:cubicBezTo>
                  <a:pt x="8452322" y="4685233"/>
                  <a:pt x="8098524" y="5844836"/>
                  <a:pt x="7501089" y="6778993"/>
                </a:cubicBezTo>
                <a:lnTo>
                  <a:pt x="74479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E20AF01B-D099-4710-BF18-E2832A9B6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43572" cy="6858000"/>
          </a:xfrm>
          <a:custGeom>
            <a:avLst/>
            <a:gdLst>
              <a:gd name="connsiteX0" fmla="*/ 0 w 8443572"/>
              <a:gd name="connsiteY0" fmla="*/ 0 h 6858000"/>
              <a:gd name="connsiteX1" fmla="*/ 7439242 w 8443572"/>
              <a:gd name="connsiteY1" fmla="*/ 0 h 6858000"/>
              <a:gd name="connsiteX2" fmla="*/ 7492339 w 8443572"/>
              <a:gd name="connsiteY2" fmla="*/ 79009 h 6858000"/>
              <a:gd name="connsiteX3" fmla="*/ 8443572 w 8443572"/>
              <a:gd name="connsiteY3" fmla="*/ 3429001 h 6858000"/>
              <a:gd name="connsiteX4" fmla="*/ 7492339 w 8443572"/>
              <a:gd name="connsiteY4" fmla="*/ 6778993 h 6858000"/>
              <a:gd name="connsiteX5" fmla="*/ 7439244 w 8443572"/>
              <a:gd name="connsiteY5" fmla="*/ 6858000 h 6858000"/>
              <a:gd name="connsiteX6" fmla="*/ 0 w 84435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43572" h="6858000">
                <a:moveTo>
                  <a:pt x="0" y="0"/>
                </a:moveTo>
                <a:lnTo>
                  <a:pt x="7439242" y="0"/>
                </a:lnTo>
                <a:lnTo>
                  <a:pt x="7492339" y="79009"/>
                </a:lnTo>
                <a:cubicBezTo>
                  <a:pt x="8089774" y="1013167"/>
                  <a:pt x="8443572" y="2172770"/>
                  <a:pt x="8443572" y="3429001"/>
                </a:cubicBezTo>
                <a:cubicBezTo>
                  <a:pt x="8443572" y="4685233"/>
                  <a:pt x="8089774" y="5844836"/>
                  <a:pt x="7492339" y="6778993"/>
                </a:cubicBezTo>
                <a:lnTo>
                  <a:pt x="743924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741956-CB5E-0E17-CC11-01130AB67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93" y="1238250"/>
            <a:ext cx="7003107" cy="43815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Real Time Inferencing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E4BB4F-99AB-4C4E-A763-C5AC5273D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27916"/>
            <a:ext cx="128016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62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41</Words>
  <Application>Microsoft Office PowerPoint</Application>
  <PresentationFormat>Widescreen</PresentationFormat>
  <Paragraphs>14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Import Libraries</vt:lpstr>
      <vt:lpstr>PowerPoint Presentation</vt:lpstr>
      <vt:lpstr>PowerPoint Presentation</vt:lpstr>
      <vt:lpstr>PowerPoint Presentation</vt:lpstr>
      <vt:lpstr>Set Config file and train model</vt:lpstr>
      <vt:lpstr>PowerPoint Presentation</vt:lpstr>
      <vt:lpstr>Train the Model</vt:lpstr>
      <vt:lpstr>Save the Model</vt:lpstr>
      <vt:lpstr>Test the Model</vt:lpstr>
      <vt:lpstr>PowerPoint Presentation</vt:lpstr>
      <vt:lpstr>PowerPoint Presentation</vt:lpstr>
      <vt:lpstr>Real Time Inferencing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</dc:title>
  <dc:creator>Mohamed Arafa</dc:creator>
  <cp:lastModifiedBy>bahaa_helmy</cp:lastModifiedBy>
  <cp:revision>28</cp:revision>
  <dcterms:created xsi:type="dcterms:W3CDTF">2023-12-02T21:10:49Z</dcterms:created>
  <dcterms:modified xsi:type="dcterms:W3CDTF">2025-10-09T15:50:54Z</dcterms:modified>
</cp:coreProperties>
</file>